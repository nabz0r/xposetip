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xpose</a:t>
            </a:r>
            <a:pPr algn="ctr" indent="0" marL="0">
              <a:buNone/>
            </a:pPr>
            <a:r>
              <a:rPr lang="en-US" sz="6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Threat Intelligence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is not the indicator. It’s the person behind it.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0" y="3840480"/>
            <a:ext cx="3657600" cy="0"/>
          </a:xfrm>
          <a:prstGeom prst="line">
            <a:avLst/>
          </a:prstGeom>
          <a:noFill/>
          <a:ln w="6350">
            <a:solidFill>
              <a:srgbClr val="8899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Luxembourg 2026 — Cybersecurity Category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Ksontini — Founder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intelligence industry is drowning in noise.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874520" cy="155448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5544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100K+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94360" y="22402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ingested daily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typical SOC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4600" y="1371600"/>
            <a:ext cx="1874520" cy="155448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14600" y="15544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2651760" y="22402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indicators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or stale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371600"/>
            <a:ext cx="1874520" cy="155448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0" y="15544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24h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709160" y="22402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lifespan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IP indicator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29400" y="1371600"/>
            <a:ext cx="1874520" cy="155448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29400" y="15544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899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766560" y="22402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data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 changes. The hash morphs. The domain rotates.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 the person behind them stays the same.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analysts face alert fatigue. CISOs lack human context.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process IOCs without knowing who’s behind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email in. Complete identity intelligence out. Two minutes.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560320" cy="25603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25880"/>
            <a:ext cx="256032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fixed scrapers + Web Discovery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(Google dorking + 6 extractors).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breach, dev, gaming,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archives, open web.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120+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173736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+ open web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17520" y="23317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246120" y="1325880"/>
            <a:ext cx="2560320" cy="25603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3258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ENRICH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29000" y="1920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expansion + name resolution.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Intelligence (132 countries,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6-signal cross-correlation).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+ sleep window inference.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2900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45262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 screened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06440" y="23317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035040" y="1325880"/>
            <a:ext cx="2560320" cy="25603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35040" y="13258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17920" y="1920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9-axis behavioral fingerprint.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clustered. Identity graph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Personalized PageRank.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Ratio-based risk + remediation.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1792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800" dirty="0"/>
          </a:p>
        </p:txBody>
      </p:sp>
      <p:sp>
        <p:nvSpPr>
          <p:cNvPr id="25" name="Text 22"/>
          <p:cNvSpPr/>
          <p:nvPr/>
        </p:nvSpPr>
        <p:spPr>
          <a:xfrm>
            <a:off x="731520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axes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noise to signal. From IOC to identity.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pipeline · Deep Scan cascade · Web Discovery (Phase C) · 106+ sprints of solo dev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&amp; Positioning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840480" cy="77724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80160" y="1508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$223B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65176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market 2028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3840480" cy="77724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8016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$18B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651760" y="2560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+ OSINT market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3840480" cy="77724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520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3429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$500M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651760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Identity-centric threat intelligence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sit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846320" y="1463040"/>
            <a:ext cx="3840480" cy="288036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 rot="16200000">
            <a:off x="470916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7512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 →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52160" y="1783080"/>
            <a:ext cx="164592" cy="164592"/>
          </a:xfrm>
          <a:prstGeom prst="ellipse">
            <a:avLst/>
          </a:prstGeom>
          <a:solidFill>
            <a:srgbClr val="8899AA"/>
          </a:solidFill>
          <a:ln/>
        </p:spPr>
      </p:sp>
      <p:sp>
        <p:nvSpPr>
          <p:cNvPr id="23" name="Text 20"/>
          <p:cNvSpPr/>
          <p:nvPr/>
        </p:nvSpPr>
        <p:spPr>
          <a:xfrm>
            <a:off x="5577840" y="1965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Maltego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217920" y="2057400"/>
            <a:ext cx="164592" cy="164592"/>
          </a:xfrm>
          <a:prstGeom prst="ellipse">
            <a:avLst/>
          </a:prstGeom>
          <a:solidFill>
            <a:srgbClr val="8899AA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0" y="2240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SpiderFoot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66560" y="2194560"/>
            <a:ext cx="164592" cy="164592"/>
          </a:xfrm>
          <a:prstGeom prst="ellipse">
            <a:avLst/>
          </a:prstGeom>
          <a:solidFill>
            <a:srgbClr val="8899AA"/>
          </a:solidFill>
          <a:ln/>
        </p:spPr>
      </p:sp>
      <p:sp>
        <p:nvSpPr>
          <p:cNvPr id="27" name="Text 24"/>
          <p:cNvSpPr/>
          <p:nvPr/>
        </p:nvSpPr>
        <p:spPr>
          <a:xfrm>
            <a:off x="649224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Future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315200" y="3291840"/>
            <a:ext cx="164592" cy="164592"/>
          </a:xfrm>
          <a:prstGeom prst="ellipse">
            <a:avLst/>
          </a:prstGeom>
          <a:solidFill>
            <a:srgbClr val="8899AA"/>
          </a:solidFill>
          <a:ln/>
        </p:spPr>
      </p:sp>
      <p:sp>
        <p:nvSpPr>
          <p:cNvPr id="29" name="Text 26"/>
          <p:cNvSpPr/>
          <p:nvPr/>
        </p:nvSpPr>
        <p:spPr>
          <a:xfrm>
            <a:off x="7040880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589520" y="3474720"/>
            <a:ext cx="164592" cy="164592"/>
          </a:xfrm>
          <a:prstGeom prst="ellipse">
            <a:avLst/>
          </a:prstGeom>
          <a:solidFill>
            <a:srgbClr val="8899AA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0" y="3657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NordProtect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315200" y="1828800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3" name="Text 30"/>
          <p:cNvSpPr/>
          <p:nvPr/>
        </p:nvSpPr>
        <p:spPr>
          <a:xfrm>
            <a:off x="6949440" y="21214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xposeTIP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OSINT expertise meets consumer-grade UX. No one else sits here.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storefront + white-label OEM as the primary B2B2C engine.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377440" cy="228600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2377440" cy="5486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899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€0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forever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target, 5 scans /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Basic exposure scan (L1)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Limited sources (30)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identity graph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17520" y="1280160"/>
            <a:ext cx="2377440" cy="228600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17520" y="1280160"/>
            <a:ext cx="237744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CONSULTANT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€49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month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3200400" y="2331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25 targets, 100 scans /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L1+L2: full scraper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 clustering + PDF reports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Multi-workspace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1280160"/>
            <a:ext cx="2377440" cy="228600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1280160"/>
            <a:ext cx="2377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57607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6072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€199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month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5760720" y="2331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Unlimited targets &amp; scans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layers (L1–L4) + Deep Scan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access (SIEM/SOAR)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Sanctions, PEP + custom scrapers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794760"/>
            <a:ext cx="73152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WHITE-LABEL / OEM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B2B2C revenue model — banks, insurers, MSSPs embed xposeTIP identity intelligence into their own products. Your brand, our engine.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Me, Why Now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3931920" cy="329184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Nabil Ksontini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Solo Builder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years in cybersecurity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finance, EU institutions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106+ sprints built solo with AI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Luxembourg-based, EU-regulated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3931920" cy="329184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now?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2920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NIS2 &amp; DORA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identity-aware security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EU organization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2212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AI-native development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 founder can now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took teams of 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0" y="28712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Breach epidemic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0" y="30998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26B+ records leaked — identity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attack surface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35295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gap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0" y="37581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does identity-centric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today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xposeTIP because I needed it. Every day at work, I see the gap.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Principles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with integrity. Power with restraint.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560320" cy="21031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Ethical OSINT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19202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Consent-first: scan yourself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DPA authorization.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by design.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to protect, not exploit.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46120" y="1280160"/>
            <a:ext cx="2560320" cy="21031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4630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40480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Green Intelligence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429000" y="19202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Amiga 500 philosophy: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insight per watt.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PostgreSQL, zero GPU.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is a feature.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035040" y="1280160"/>
            <a:ext cx="2560320" cy="21031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29400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Education First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217920" y="19202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teaches.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explained, not just scored.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users to understand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digital footprint.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57200" y="3611880"/>
            <a:ext cx="73152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033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Will Never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31520" y="4069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Accept military or offensive contracts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Enable mass surveillance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Profile individuals without their knowledge or consent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investigation tool to the identity layer of the security stack.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1920240" cy="25603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25880"/>
            <a:ext cx="192024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1508760"/>
            <a:ext cx="457200" cy="2743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30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Investigation &amp;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2697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scrapers + Web Discovery.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Geo/timezone intelligence.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9-axis radar, PDF reports.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self-service + enterprise.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77440" y="233172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32888" y="1325880"/>
            <a:ext cx="1920240" cy="25603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32888" y="1325880"/>
            <a:ext cx="19202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Shape 13"/>
          <p:cNvSpPr/>
          <p:nvPr/>
        </p:nvSpPr>
        <p:spPr>
          <a:xfrm>
            <a:off x="2670048" y="1508760"/>
            <a:ext cx="457200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4"/>
          <p:cNvSpPr/>
          <p:nvPr/>
        </p:nvSpPr>
        <p:spPr>
          <a:xfrm>
            <a:off x="2670048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18688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670048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&amp;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670048" y="2697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SIEM/SOAR.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fingerprints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indicators.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notifications.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453128" y="233172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608576" y="1325880"/>
            <a:ext cx="1920240" cy="25603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08576" y="132588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1"/>
          <p:cNvSpPr/>
          <p:nvPr/>
        </p:nvSpPr>
        <p:spPr>
          <a:xfrm>
            <a:off x="4745736" y="1508760"/>
            <a:ext cx="4572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4745736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94376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45736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Behavioral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Matching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745736" y="2697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Cross-persona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detection. "This account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known actor."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plugins.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528816" y="233172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684264" y="1325880"/>
            <a:ext cx="1920240" cy="256032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84264" y="132588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Shape 29"/>
          <p:cNvSpPr/>
          <p:nvPr/>
        </p:nvSpPr>
        <p:spPr>
          <a:xfrm>
            <a:off x="6821424" y="1508760"/>
            <a:ext cx="4572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0"/>
          <p:cNvSpPr/>
          <p:nvPr/>
        </p:nvSpPr>
        <p:spPr>
          <a:xfrm>
            <a:off x="6821424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3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370064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21424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Behavioral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Feeds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821424" y="2697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block behaviors,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IPs. Real-time identity-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threat detection.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(NIS2/DORA).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identity layer the security stack is missing.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xpose</a:t>
            </a:r>
            <a:pPr algn="ctr" indent="0" marL="0">
              <a:buNone/>
            </a:pPr>
            <a:r>
              <a:rPr lang="en-US" sz="54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new perimeter.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v1.1.7 · 120 scrapers + Web Discovery · Production-ready · Live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2560320" cy="91440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Beta customers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CISOs, red teams, compliance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ready to test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3200400"/>
            <a:ext cx="2560320" cy="91440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6616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partners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6616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vendors, threat intel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providers, SOC integrators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2560320" cy="914400"/>
          </a:xfrm>
          <a:prstGeom prst="rect">
            <a:avLst/>
          </a:prstGeom>
          <a:solidFill>
            <a:srgbClr val="1B243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550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 to accelerate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API &amp; go-to-market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nabiluxkson@gmail.com · github.com/nabz0r/xposeTIP · Luxembourg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/manifesto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xposeTIP — Identity Threat Intelligence — Nexus 2026</dc:title>
  <dc:subject>PptxGenJS Presentation</dc:subject>
  <dc:creator>Nabil Ksontini</dc:creator>
  <cp:lastModifiedBy>Nabil Ksontini</cp:lastModifiedBy>
  <cp:revision>1</cp:revision>
  <dcterms:created xsi:type="dcterms:W3CDTF">2026-04-01T10:57:00Z</dcterms:created>
  <dcterms:modified xsi:type="dcterms:W3CDTF">2026-04-01T10:57:00Z</dcterms:modified>
</cp:coreProperties>
</file>